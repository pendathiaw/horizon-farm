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731520"/>
            <a:ext cx="3291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8954A"/>
                </a:solidFill>
              </a:rPr>
              <a:t>ERP agricole intégré · 17 modules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23774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terre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l'horizon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3749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D4B5"/>
                </a:solidFill>
              </a:rPr>
              <a:t>L'unique plateforme qui relie élevage, cultures, stock, ventes, finance, capteurs IoT, assistant IA, BP investisseur et traçabilité — pour piloter et faire croître votre exploitation.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954A"/>
                </a:solidFill>
              </a:rPr>
              <a:t>Pitch commercial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02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Le constat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freins qui coûtent cher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Données dispersées — carnets, WhatsApp, tableurs qui ne se parlent pas.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Décisions tardives — rupture d'aliment, mortalité : on réagit trop tard.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Trésorerie opaque — difficile de savoir ce qui est vraiment encaissé.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Traçabilité faible — banques et clients demandent des preuves introuvables.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Outils inadaptés — ERP génériques ou gadgets sans métier agricole.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456"/>
                </a:solidFill>
              </a:rPr>
              <a:t>Résultat : pertes évitables, marges inconnues, croissance impossible à financer.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9A7A"/>
                </a:solidFill>
              </a:rPr>
              <a:t>03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54A"/>
                </a:solidFill>
              </a:rPr>
              <a:t>Notre promesse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exploitation lisible en 10 secondes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54864" cy="10058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92024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FCE7"/>
                </a:solidFill>
              </a:rPr>
              <a:t>« Ouvrez Horizon Farm le matin : effectifs, stock critique, trésorerie, capteurs, première action à faire — sans dix fichiers Excel ni jargon technique. »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04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La plateforme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modules interconnectés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Pilotage : Accueil, Assistant, Centre décisionnel, Objectifs &amp; Croissance, Investisseurs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Production : Élevage (avicole + animaux), Cultures (parcelles + récoltes)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Commerce : Commercial (ventes, abonnements), Achats &amp; Stock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Finance : Trésorerie, investissements BP, rentabilité multi-activités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Suivi : Activité &amp; Suivi, Documents OCR, Sync ERP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Terrain : Smart Farm capteurs, Opérations &amp; Ressources (RH, matériel)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Un abonnement = toute la chaîne de valeur agricole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05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Accueil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carnet du dirigeant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99339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ÉLEVAGE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2176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4 300 têtes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2487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Mortalités · lots sous traitement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19202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99339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CULTURES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800600" y="2176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parcelles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00600" y="24871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8,5 ha · parcelles à surveiller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" y="297180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04495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STOCK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" y="32278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 produits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5800" y="35387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⚠ Rupture aliment · DLC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3440" y="297180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304495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FINANCE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00600" y="32278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 M FCFA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800600" y="35387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Créances · Dettes · Trésorerie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43159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CAPTEURS LIVE : 28°C poulailler · 62 % humidité · 2 capteurs en ligne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9A7A"/>
                </a:solidFill>
              </a:rPr>
              <a:t>06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54A"/>
                </a:solidFill>
              </a:rPr>
              <a:t>Hey Horizon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 IA — zéro formation lourde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C9"/>
                </a:solidFill>
              </a:rPr>
              <a:t>Phrase terrain → brouillon → validation. Vocal, OCR facture, routage automatique vers le bon module.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0" y="269748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052E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51960" y="27432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J'ai vendu 20 tablettes d'œufs à 70 000 FCFA, payé Orange Money.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347472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ADCC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5204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415"/>
                </a:solidFill>
              </a:rPr>
              <a:t>Brouillon vente · 20 tablettes · 70 000 FCFA · Stock + Trésorerie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F2415"/>
                </a:solidFill>
              </a:rPr>
              <a:t>→ Valider &amp; enregistrer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07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Centre décisionnel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Décider avant la perte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Urgences &amp; risques — alertes cross-modules, actions 1-clic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Croissance &amp; opportunités — vendre au bon moment, lots prêts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Saisons &amp; marchés — calendrier, prix marché, météo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Exports CSV pour réunions d'équipe et comité de direction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08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Élevage &amp; Cultures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terrain couverte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Élevage : lots chair/pondeuses, bovins/ovins, santé, reproduction, transformation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Production œufs, mortalité, pesée, alimentation liée au stock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Cultures : parcelles, campagnes, récoltes → stock et commercial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Économie circulaire : fumier, compost, lien élevage ↔ cultures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09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Commercial &amp; Stock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commande à la marge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Vente → livraison → paiement → marge visible immédiatement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Clients, créances, relances WhatsApp, abonnements récurrents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Inventaire multi-emplacements, CMUP, seuils, DLC, ruptures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Achats fournisseurs, dettes, réceptions en un flux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10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Finance &amp; Pilotage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Trésorerie et rentabilité réelles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Résumé exécutif : trésorerie, créances, dettes, score santé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Réconciliation paiements, prévision trésorerie, échéancier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Investissements &amp; Business Plan : concrétiser, reporter, suivre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Rentabilité par activité — coût unifié élevage + cultures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11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Smart Farm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Capteurs TC &amp; automatisation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Température poulailler, humidité serre/sol, caméras intrusion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Alertes automatiques → tâches Activité &amp; Suivi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Bandeau temps réel sur l'Accueil dirigeant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Règles Si… Alors… : ventilation, irrigation, sécurité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45720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/>
        </p:spPr>
      </p:sp>
      <p:sp>
        <p:nvSpPr>
          <p:cNvPr id="9" name="Text 6"/>
          <p:cNvSpPr/>
          <p:nvPr/>
        </p:nvSpPr>
        <p:spPr>
          <a:xfrm>
            <a:off x="5074920" y="46634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456"/>
                </a:solidFill>
              </a:rPr>
              <a:t>Poulailler 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74920" y="4892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28°C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858000" y="45720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46634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456"/>
                </a:solidFill>
              </a:rPr>
              <a:t>Serre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903720" y="4892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6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 sol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029200" y="105156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115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⚠ Seuil dépassé → action terrain en minutes, pas en jours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9A7A"/>
                </a:solidFill>
              </a:rPr>
              <a:t>12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54A"/>
                </a:solidFill>
              </a:rPr>
              <a:t>Suivi &amp; conformité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Traçabilité et preuves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9"/>
                </a:solidFill>
              </a:rPr>
              <a:t>Activité &amp; Suivi : cockpit, file « à traiter », registre traçabilité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9"/>
                </a:solidFill>
              </a:rPr>
              <a:t>Documents &amp; OCR : factures, reçus, rapprochement preuves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9"/>
                </a:solidFill>
              </a:rPr>
              <a:t>Sync ERP : audit cohérence, réparations guidées, hors ligne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9"/>
                </a:solidFill>
              </a:rPr>
              <a:t>Opérations &amp; Ressources : RH, paie, parc matériel, maintenance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13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Investisseurs &amp; Forums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Financer votre croissance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Investor Room : KPIs ERP live pour banques et investisseurs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Dossier éditable 9 sections + exports PDF banque/ONG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CRM investisseurs, Data Room, historique envois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Démo investisseur intégrée (WhatsApp, OCR, simulateur)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14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Interconnexion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se parle — rien en double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94360" y="199339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20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415"/>
                </a:solidFill>
              </a:rPr>
              <a:t>Vente Commercial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1214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→ sortie stock + entrée trésorerie + traçabilité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" y="256032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4871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415"/>
                </a:solidFill>
              </a:rPr>
              <a:t>Réception Stock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2688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→ dette fournisseur + inventaire + alerte seuil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" y="312724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0540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415"/>
                </a:solidFill>
              </a:rPr>
              <a:t>Mortalité Élevage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32552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→ effectif Accueil + alerte zootechnique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369417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62102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415"/>
                </a:solidFill>
              </a:rPr>
              <a:t>Capteur Smart Farm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38221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→ tâche Activité &amp; Suivi + notification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" y="426110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187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415"/>
                </a:solidFill>
              </a:rPr>
              <a:t>OCR Document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→ charge Finance + preuve rapprochée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15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Scénario démo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matinée type à la ferme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94360" y="199339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20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415"/>
                </a:solidFill>
              </a:rPr>
              <a:t>08h00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1214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Accueil : 4 300 têtes, rupture aliment, 28°C capteurs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" y="256032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4871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415"/>
                </a:solidFill>
              </a:rPr>
              <a:t>08h15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2688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Hey Horizon : réception aliment validée en 30 secondes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" y="3127248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0540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415"/>
                </a:solidFill>
              </a:rPr>
              <a:t>09h00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32552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Commercial : vente restaurant, marge + encaissement mobile money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369417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62102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415"/>
                </a:solidFill>
              </a:rPr>
              <a:t>10h30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38221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Smart Farm : alerte chaleur → ventilation planifiée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" y="426110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187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2415"/>
                </a:solidFill>
              </a:rPr>
              <a:t>18h00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Journal : 12 événements terrain tracés automatiquement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9A7A"/>
                </a:solidFill>
              </a:rPr>
              <a:t>16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54A"/>
                </a:solidFill>
              </a:rPr>
              <a:t>ROI abonnement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s'abonner à Horizon Farm ?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731520" y="3017520"/>
            <a:ext cx="109728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−50%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C9"/>
                </a:solidFill>
              </a:rPr>
              <a:t>Temps saisie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331720" y="2697480"/>
            <a:ext cx="1097280" cy="7772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1" name="Text 8"/>
          <p:cNvSpPr/>
          <p:nvPr/>
        </p:nvSpPr>
        <p:spPr>
          <a:xfrm>
            <a:off x="233172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+100%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240280" y="3611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C9"/>
                </a:solidFill>
              </a:rPr>
              <a:t>Visibilité cash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931920" y="2377440"/>
            <a:ext cx="1097280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1"/>
          <p:cNvSpPr/>
          <p:nvPr/>
        </p:nvSpPr>
        <p:spPr>
          <a:xfrm>
            <a:off x="393192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−30%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840480" y="3611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C9"/>
                </a:solidFill>
              </a:rPr>
              <a:t>Ruptures évitées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532120" y="3017520"/>
            <a:ext cx="1097280" cy="45720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7" name="Text 14"/>
          <p:cNvSpPr/>
          <p:nvPr/>
        </p:nvSpPr>
        <p:spPr>
          <a:xfrm>
            <a:off x="553212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24/7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40680" y="3611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C9"/>
                </a:solidFill>
              </a:rPr>
              <a:t>Surveillance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132320" y="2697480"/>
            <a:ext cx="1097280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Temps réel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40880" y="3611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C9"/>
                </a:solidFill>
              </a:rPr>
              <a:t>Marge/vente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17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Pour qui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solution, tous les profils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ADC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057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16"/>
                </a:solidFill>
              </a:rPr>
              <a:t>Aviculteur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377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456"/>
                </a:solidFill>
              </a:rPr>
              <a:t>Chair, ponte, œufs, lots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383280" y="19202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ADCC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2057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16"/>
                </a:solidFill>
              </a:rPr>
              <a:t>Éleveur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0" y="2377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456"/>
                </a:solidFill>
              </a:rPr>
              <a:t>Bovins, ovins, caprins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217920" y="19202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ADC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2057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16"/>
                </a:solidFill>
              </a:rPr>
              <a:t>Maraîcher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0" y="2377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456"/>
                </a:solidFill>
              </a:rPr>
              <a:t>Parcelles, irrigation IoT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48640" y="31546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ADCC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291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16"/>
                </a:solidFill>
              </a:rPr>
              <a:t>Mixte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3611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456"/>
                </a:solidFill>
              </a:rPr>
              <a:t>Élevage + cultures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383280" y="31546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ADC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0" y="3291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16"/>
                </a:solidFill>
              </a:rPr>
              <a:t>Coopérative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474720" y="3611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456"/>
                </a:solidFill>
              </a:rPr>
              <a:t>Multi-fermes, groupe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217920" y="31546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ADCC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3291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2E16"/>
                </a:solidFill>
              </a:rPr>
              <a:t>Investisseur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09360" y="3611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456"/>
                </a:solidFill>
              </a:rPr>
              <a:t>Dossier, KPIs, traçabilité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18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Offres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Formules d'abonnement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ADC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Élevage ou Cultures + Stock + Commercial + Accueil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83280" y="19202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ADCC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2044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+ Finance, Smart Farm, Assistant, Activité &amp; Suivi, multi-utilisateurs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19202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ADC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5508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+ Multi-fermes, Investisseurs, Sync ERP, accompagnement dédié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19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Déploiement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Accompagnement inclus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ADC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Découverte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Démo interactive, compte simulé, identification 5 saisies clés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83280" y="19202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ADCC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Pilote 30 j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2044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Configuration, formation équipe, capteurs pilote, support hebdo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19202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ADC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Généralisation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5508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456"/>
                </a:solidFill>
              </a:rPr>
              <a:t>Multi-sites, rapports banque, automatisation, WhatsApp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20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6B12"/>
                </a:solidFill>
              </a:rPr>
              <a:t>Objections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nous dit souvent…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« Pas digital » → Hey Horizon parle votre langue. Accueil lisible sans manuel.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« J'ai Excel » → Excel ne relie pas vente, stock, capteurs et BP investisseur.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« Connexion faible » → Mode hors ligne + synchronisation automatique.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2415"/>
                </a:solidFill>
              </a:rPr>
              <a:t>« Trop cher » → Un outil remplace 5 logiciels + évite une perte de bande.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9A7A"/>
                </a:solidFill>
              </a:rPr>
              <a:t>21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54A"/>
                </a:solidFill>
              </a:rPr>
              <a:t>Différenciation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seul ERP pensé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l'agriculture africaine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54864" cy="10058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92024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FCE7"/>
                </a:solidFill>
              </a:rPr>
              <a:t>Pas un tableur amélioré. Pas un gadget capteur isolé. Un copilote d'exploitation complet — terrain, finance, IoT et investisseur.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ublic/horizon-far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645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0" y="320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7456"/>
                </a:solidFill>
              </a:rPr>
              <a:t>22 / 22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A6B12"/>
                </a:solidFill>
              </a:rPr>
              <a:t>Passez à l'action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2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Essayez Horizon Farm dès maintenant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97280" y="26517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456"/>
                </a:solidFill>
              </a:rPr>
              <a:t>Démo interactive · Essai 30 jours · Accompagnement déploiement · Guide PDF inclus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3383280"/>
            <a:ext cx="2743200" cy="594360"/>
          </a:xfrm>
          <a:prstGeom prst="roundRect">
            <a:avLst>
              <a:gd name="adj" fmla="val 30769"/>
            </a:avLst>
          </a:prstGeom>
          <a:solidFill>
            <a:srgbClr val="15803D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Réserver ma démo gratuite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456"/>
                </a:solidFill>
              </a:rPr>
              <a:t>Horizon Farm — De la terre à l'horizon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7456"/>
                </a:solidFill>
              </a:rPr>
              <a:t>contact@horizon-farm.app · /demo-horizon-farm.html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Horizon Farm — Pitch client</dc:title>
  <dc:subject>ERP agricole intégré</dc:subject>
  <dc:creator>Horizon Farm</dc:creator>
  <cp:lastModifiedBy>Horizon Farm</cp:lastModifiedBy>
  <cp:revision>1</cp:revision>
  <dcterms:created xsi:type="dcterms:W3CDTF">2026-06-17T20:17:22Z</dcterms:created>
  <dcterms:modified xsi:type="dcterms:W3CDTF">2026-06-17T20:17:22Z</dcterms:modified>
</cp:coreProperties>
</file>