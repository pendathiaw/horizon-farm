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1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731520"/>
            <a:ext cx="3291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011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B8954A"/>
                </a:solidFill>
              </a:rPr>
              <a:t>ERP agricole intégré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237744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terre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l'horizon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371600" y="37490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7D4B5"/>
                </a:solidFill>
              </a:rPr>
              <a:t>Pilotez élevage, cultures, stock, ventes et finances — avec capteurs connectés et un assistant qui parle votre langue du terrain.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B8954A"/>
                </a:solidFill>
              </a:rPr>
              <a:t>Pitch client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02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Le constat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freins qui coûtent cher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Données dispersées — carnets, WhatsApp, tableurs qui ne se parlent pas.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Décisions tardives — rupture d'aliment, mortalité : on réagit trop tard.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Trésorerie opaque — difficile de savoir ce qui est vraiment encaissé.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Traçabilité faible — banques et clients demandent des preuves introuvables.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Outils inadaptés — ERP génériques ou gadgets sans métier agricole.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7456"/>
                </a:solidFill>
              </a:rPr>
              <a:t>Résultat : pertes, marges floues, croissance difficile à financer.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41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9A7A"/>
                </a:solidFill>
              </a:rPr>
              <a:t>03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954A"/>
                </a:solidFill>
              </a:rPr>
              <a:t>Notre vision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exploitation lisible en dix secondes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4864" cy="10058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2024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CFCE7"/>
                </a:solidFill>
              </a:rPr>
              <a:t>« Vous ouvrez l'app le matin : effectifs, stock critique, trésorerie, capteurs, et la première action à faire — sans jargon, sans dix fichiers Excel. »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04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La solution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 piliers, un seul flux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Accueil dirigeant — état global, capteurs, conseil actionnable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Élevage &amp; cultures — lots, animaux, parcelles, récoltes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Stock &amp; achats — réceptions, seuils, DLC, fournisseurs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Commercial — vente → livraison → encaissement → marge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Finance — trésorerie, créances, rentabilité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Smart Farm — capteurs TC, caméras, alertes automatiques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Hey Horizon — phrase terrain → brouillon validé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</a:rPr>
              <a:t>Vente → Stock → Trésorerie → Activité &amp; Suivi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05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Accueil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carnet du dirigeant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993392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ÉLEVAGE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85800" y="21762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24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4 300 têtes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4871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4 000 pondeuses · 300 chair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663440" y="192024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00600" y="1993392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CULTURES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800600" y="21762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24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parcelles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800600" y="24871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8,5 ha exploités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3044952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STOCK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85800" y="32278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24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 produits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85800" y="35387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⚠ Rupture aliment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663440" y="297180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00600" y="3044952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FINANCE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800600" y="32278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24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 M FCFA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35387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Créances · Dettes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48640" y="420624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5800" y="431596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</a:rPr>
              <a:t>CAPTEURS : 28°C · Humidité 62 % · 2 capteurs en ligne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1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9A7A"/>
                </a:solidFill>
              </a:rPr>
              <a:t>06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954A"/>
                </a:solidFill>
              </a:rPr>
              <a:t>Hey Horizon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L'assistant qui comprend le terrain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</a:rPr>
              <a:t>Pas de formulaire compliqué : vous parlez, Horizon prépare, vous validez. Aucune écriture sans votre accord.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2697480"/>
            <a:ext cx="4114800" cy="685800"/>
          </a:xfrm>
          <a:prstGeom prst="roundRect">
            <a:avLst>
              <a:gd name="adj" fmla="val 16000"/>
            </a:avLst>
          </a:prstGeom>
          <a:solidFill>
            <a:srgbClr val="052E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251960" y="27432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J'ai vendu 20 tablettes d'œufs à 70 000 FCFA, payé Orange Money.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3474720"/>
            <a:ext cx="41148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52044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2415"/>
                </a:solidFill>
              </a:rPr>
              <a:t>Brouillon vente · 20 tablettes · 70 000 FCFA · Paiement reçu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F2415"/>
                </a:solidFill>
              </a:rPr>
              <a:t>→ Valider &amp; enregistrer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07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Smart Farm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Capteurs &amp; alertes automatiques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Chaleur poulailler — ventilation planifiée avant pertes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Sol sec — irrigation et suivi parcelle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Intrusion nocturne — notification immédiate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0" y="4572000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</p:sp>
      <p:sp>
        <p:nvSpPr>
          <p:cNvPr id="9" name="Text 6"/>
          <p:cNvSpPr/>
          <p:nvPr/>
        </p:nvSpPr>
        <p:spPr>
          <a:xfrm>
            <a:off x="5074920" y="4663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Poulailler 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074920" y="4892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28°C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858000" y="4572000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903720" y="4663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Serre tomates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903720" y="4892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6B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 sol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029200" y="105156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15" name="Text 12"/>
          <p:cNvSpPr/>
          <p:nvPr/>
        </p:nvSpPr>
        <p:spPr>
          <a:xfrm>
            <a:off x="5120640" y="111556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</a:rPr>
              <a:t>⚠ Chaleur détectée → tâche ventilation créée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08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Scénario démo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matinée type à la ferme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94360" y="1993392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20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2415"/>
                </a:solidFill>
              </a:rPr>
              <a:t>08h00 — Accueil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1214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Cartes domaine, capteurs 28°C, conseil stock aliment bas.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94360" y="2560320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48716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2415"/>
                </a:solidFill>
              </a:rPr>
              <a:t>08h15 — Hey Horizon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26883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« Réception 20 sacs aliment AgroFeed 480 000 F » → validation.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94360" y="3127248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054096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2415"/>
                </a:solidFill>
              </a:rPr>
              <a:t>09h00 — Commercial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552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Vente restaurant, encaissement Orange Money, marge visible.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3694176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621024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2415"/>
                </a:solidFill>
              </a:rPr>
              <a:t>10h30 — Smart Farm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8221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Alerte chaleur → Activité &amp; Suivi « À traiter maintenant ».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4261104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879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2415"/>
                </a:solidFill>
              </a:rPr>
              <a:t>Soir — Journal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389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Vente, réception, paiement, soin : tout est tracé.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1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9A7A"/>
                </a:solidFill>
              </a:rPr>
              <a:t>09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954A"/>
                </a:solidFill>
              </a:rPr>
              <a:t>Impact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Bénéfices mesurables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731520" y="3017520"/>
            <a:ext cx="1097280" cy="4572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−50%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6C9"/>
                </a:solidFill>
              </a:rPr>
              <a:t>Temps de saisie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331720" y="2697480"/>
            <a:ext cx="1097280" cy="777240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11" name="Text 8"/>
          <p:cNvSpPr/>
          <p:nvPr/>
        </p:nvSpPr>
        <p:spPr>
          <a:xfrm>
            <a:off x="233172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+100%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40280" y="361188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6C9"/>
                </a:solidFill>
              </a:rPr>
              <a:t>Visibilité trésorerie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931920" y="2377440"/>
            <a:ext cx="109728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4" name="Text 11"/>
          <p:cNvSpPr/>
          <p:nvPr/>
        </p:nvSpPr>
        <p:spPr>
          <a:xfrm>
            <a:off x="393192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−30%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840480" y="361188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6C9"/>
                </a:solidFill>
              </a:rPr>
              <a:t>Ruptures stock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532120" y="3017520"/>
            <a:ext cx="1097280" cy="457200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17" name="Text 14"/>
          <p:cNvSpPr/>
          <p:nvPr/>
        </p:nvSpPr>
        <p:spPr>
          <a:xfrm>
            <a:off x="553212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24/7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40680" y="361188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6C9"/>
                </a:solidFill>
              </a:rPr>
              <a:t>Surveillance capteurs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132320" y="2697480"/>
            <a:ext cx="1097280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Text 17"/>
          <p:cNvSpPr/>
          <p:nvPr/>
        </p:nvSpPr>
        <p:spPr>
          <a:xfrm>
            <a:off x="713232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 clic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040880" y="361188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6C9"/>
                </a:solidFill>
              </a:rPr>
              <a:t>Marge par vente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10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Cibles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qui ?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57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2E16"/>
                </a:solidFill>
              </a:rPr>
              <a:t>Aviculteur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3774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Chair, ponte, lots, œufs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74720" y="2057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2E16"/>
                </a:solidFill>
              </a:rPr>
              <a:t>Éleveur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474720" y="23774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Bovins, ovins, caprins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217920" y="19202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0" y="2057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2E16"/>
                </a:solidFill>
              </a:rPr>
              <a:t>Maraîcher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309360" y="23774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Parcelles, irrigation, capteurs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48640" y="315468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32918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2E16"/>
                </a:solidFill>
              </a:rPr>
              <a:t>Mixte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611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Élevage + cultures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383280" y="315468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74720" y="32918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2E16"/>
                </a:solidFill>
              </a:rPr>
              <a:t>Coopérative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474720" y="3611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Multi-producteurs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217920" y="315468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ADCC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09360" y="32918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2E16"/>
                </a:solidFill>
              </a:rPr>
              <a:t>Investisseur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309360" y="3611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456"/>
                </a:solidFill>
              </a:rPr>
              <a:t>Traçabilité, indicateurs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11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Accompagnement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phases de déploiement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EADCC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Découverte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Compte démo, modules prioritaires, 5 saisies quotidiennes à digitaliser.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EADCC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Pilote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52044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Configuration ferme, formation, capteurs pilote, point hebdo.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217920" y="192024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EADCC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Généralisation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5508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456"/>
                </a:solidFill>
              </a:rPr>
              <a:t>Multi-fermes, rapports banque, Smart Farm, mobile money.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12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6B12"/>
                </a:solidFill>
              </a:rPr>
              <a:t>Objections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nous dit souvent…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« Mon équipe n'est pas digital » → Hey Horizon : phrases simples. Accueil sans formation longue.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« J'ai déjà Excel » → Excel ne relie pas vente, stock et capteurs.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F2415"/>
                </a:solidFill>
              </a:rPr>
              <a:t>« La connexion est mauvaise » → Saisie hors ligne, sync au retour réseau.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41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9A7A"/>
                </a:solidFill>
              </a:rPr>
              <a:t>13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954A"/>
                </a:solidFill>
              </a:rPr>
              <a:t>Pourquoi Horizon Farm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un gadget.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copilote d'exploitation.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4864" cy="10058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2024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CFCE7"/>
                </a:solidFill>
              </a:rPr>
              <a:t>ERP métier + capteurs + assistant terrain — interconnectés. Ce que vous saisissez le matin éclaire votre décision du soir.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ublic/horizon-farm-logo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320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7456"/>
                </a:solidFill>
              </a:rPr>
              <a:t>14 / 14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0" y="4983480"/>
            <a:ext cx="914400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A6B12"/>
                </a:solidFill>
              </a:rPr>
              <a:t>Prochaine étape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2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Prêt à piloter votre exploitation autrement 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097280" y="265176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456"/>
                </a:solidFill>
              </a:rPr>
              <a:t>Essai guidé 30 minutes · Pilote 30 jours · Plan de déploiement personnalisé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00400" y="3383280"/>
            <a:ext cx="2743200" cy="594360"/>
          </a:xfrm>
          <a:prstGeom prst="roundRect">
            <a:avLst>
              <a:gd name="adj" fmla="val 30769"/>
            </a:avLst>
          </a:prstGeom>
          <a:solidFill>
            <a:srgbClr val="15803D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0" y="34290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Demander une démo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456"/>
                </a:solidFill>
              </a:rPr>
              <a:t>Horizon Farm — De la terre à l'horizon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7456"/>
                </a:solidFill>
              </a:rPr>
              <a:t>contact@horizon-farm.app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Horizon Farm — Pitch client</dc:title>
  <dc:subject>ERP agricole intégré</dc:subject>
  <dc:creator>Horizon Farm</dc:creator>
  <cp:lastModifiedBy>Horizon Farm</cp:lastModifiedBy>
  <cp:revision>1</cp:revision>
  <dcterms:created xsi:type="dcterms:W3CDTF">2026-06-17T19:37:20Z</dcterms:created>
  <dcterms:modified xsi:type="dcterms:W3CDTF">2026-06-17T19:37:20Z</dcterms:modified>
</cp:coreProperties>
</file>